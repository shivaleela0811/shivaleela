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  <p:sldId id="257" r:id="rId3"/>
    <p:sldId id="258" r:id="rId4"/>
    <p:sldId id="259" r:id="rId5"/>
    <p:sldId id="262" r:id="rId6"/>
    <p:sldId id="261" r:id="rId7"/>
    <p:sldId id="263" r:id="rId8"/>
    <p:sldId id="264" r:id="rId9"/>
    <p:sldId id="265" r:id="rId10"/>
    <p:sldId id="266" r:id="rId11"/>
    <p:sldId id="267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hivaleela Kandagal" initials="sK" lastIdx="1" clrIdx="0">
    <p:extLst>
      <p:ext uri="{19B8F6BF-5375-455C-9EA6-DF929625EA0E}">
        <p15:presenceInfo xmlns:p15="http://schemas.microsoft.com/office/powerpoint/2012/main" userId="50634b3b3fcea1d6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72" autoAdjust="0"/>
    <p:restoredTop sz="94660"/>
  </p:normalViewPr>
  <p:slideViewPr>
    <p:cSldViewPr snapToGrid="0">
      <p:cViewPr varScale="1">
        <p:scale>
          <a:sx n="85" d="100"/>
          <a:sy n="85" d="100"/>
        </p:scale>
        <p:origin x="59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commentAuthors" Target="commentAuthor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F41665-0BDD-43A3-84ED-AF8B830A8DB0}" type="datetimeFigureOut">
              <a:rPr lang="en-US" smtClean="0"/>
              <a:t>10/5/2025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314986BC-514C-4130-9EB1-03895BA0BE62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004493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F41665-0BDD-43A3-84ED-AF8B830A8DB0}" type="datetimeFigureOut">
              <a:rPr lang="en-US" smtClean="0"/>
              <a:t>10/5/2025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4986BC-514C-4130-9EB1-03895BA0BE62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963169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F41665-0BDD-43A3-84ED-AF8B830A8DB0}" type="datetimeFigureOut">
              <a:rPr lang="en-US" smtClean="0"/>
              <a:t>10/5/2025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4986BC-514C-4130-9EB1-03895BA0BE62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461595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F41665-0BDD-43A3-84ED-AF8B830A8DB0}" type="datetimeFigureOut">
              <a:rPr lang="en-US" smtClean="0"/>
              <a:t>10/5/2025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4986BC-514C-4130-9EB1-03895BA0BE62}" type="slidenum">
              <a:rPr lang="en-US" smtClean="0"/>
              <a:t>‹#›</a:t>
            </a:fld>
            <a:endParaRPr lang="en-US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77730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F41665-0BDD-43A3-84ED-AF8B830A8DB0}" type="datetimeFigureOut">
              <a:rPr lang="en-US" smtClean="0"/>
              <a:t>10/5/2025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4986BC-514C-4130-9EB1-03895BA0BE62}" type="slidenum">
              <a:rPr lang="en-US" smtClean="0"/>
              <a:t>‹#›</a:t>
            </a:fld>
            <a:endParaRPr lang="en-US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006457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F41665-0BDD-43A3-84ED-AF8B830A8DB0}" type="datetimeFigureOut">
              <a:rPr lang="en-US" smtClean="0"/>
              <a:t>10/5/2025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4986BC-514C-4130-9EB1-03895BA0BE62}" type="slidenum">
              <a:rPr lang="en-US" smtClean="0"/>
              <a:t>‹#›</a:t>
            </a:fld>
            <a:endParaRPr lang="en-US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136346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F41665-0BDD-43A3-84ED-AF8B830A8DB0}" type="datetimeFigureOut">
              <a:rPr lang="en-US" smtClean="0"/>
              <a:t>10/5/2025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4986BC-514C-4130-9EB1-03895BA0BE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30421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F41665-0BDD-43A3-84ED-AF8B830A8DB0}" type="datetimeFigureOut">
              <a:rPr lang="en-US" smtClean="0"/>
              <a:t>10/5/2025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4986BC-514C-4130-9EB1-03895BA0BE62}" type="slidenum">
              <a:rPr lang="en-US" smtClean="0"/>
              <a:t>‹#›</a:t>
            </a:fld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678234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C5F41665-0BDD-43A3-84ED-AF8B830A8DB0}" type="datetimeFigureOut">
              <a:rPr lang="en-US" smtClean="0"/>
              <a:t>10/5/2025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4986BC-514C-4130-9EB1-03895BA0BE62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986607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F41665-0BDD-43A3-84ED-AF8B830A8DB0}" type="datetimeFigureOut">
              <a:rPr lang="en-US" smtClean="0"/>
              <a:t>10/5/2025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4986BC-514C-4130-9EB1-03895BA0BE62}" type="slidenum">
              <a:rPr lang="en-US" smtClean="0"/>
              <a:t>‹#›</a:t>
            </a:fld>
            <a:endParaRPr lang="en-US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090224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F41665-0BDD-43A3-84ED-AF8B830A8DB0}" type="datetimeFigureOut">
              <a:rPr lang="en-US" smtClean="0"/>
              <a:t>10/5/2025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4986BC-514C-4130-9EB1-03895BA0BE62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33015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F41665-0BDD-43A3-84ED-AF8B830A8DB0}" type="datetimeFigureOut">
              <a:rPr lang="en-US" smtClean="0"/>
              <a:t>10/5/2025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314986BC-514C-4130-9EB1-03895BA0BE62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229262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youtu.be/nC3dWK2vDZc" TargetMode="External"/><Relationship Id="rId2" Type="http://schemas.openxmlformats.org/officeDocument/2006/relationships/hyperlink" Target="https://youtu.be/a1lWGPmInak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617B7-B827-4B15-B9F0-DDF0A69083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622612"/>
            <a:ext cx="9144000" cy="1398493"/>
          </a:xfrm>
        </p:spPr>
        <p:txBody>
          <a:bodyPr>
            <a:normAutofit/>
          </a:bodyPr>
          <a:lstStyle/>
          <a:p>
            <a:pPr algn="ctr"/>
            <a:r>
              <a:rPr lang="en-US" b="1" dirty="0">
                <a:latin typeface="Algerian" panose="04020705040A02060702" pitchFamily="82" charset="0"/>
              </a:rPr>
              <a:t>santoor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BC9514C-622F-48EF-BDC8-409095BA997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41294" y="4670612"/>
            <a:ext cx="10461812" cy="860611"/>
          </a:xfrm>
        </p:spPr>
        <p:txBody>
          <a:bodyPr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1600" cap="none" dirty="0"/>
              <a:t>Presented By :</a:t>
            </a:r>
          </a:p>
          <a:p>
            <a:pPr algn="r">
              <a:lnSpc>
                <a:spcPct val="100000"/>
              </a:lnSpc>
            </a:pPr>
            <a:r>
              <a:rPr lang="en-US" sz="1600" cap="none" dirty="0" err="1"/>
              <a:t>Bhuvanashree</a:t>
            </a:r>
            <a:r>
              <a:rPr lang="en-US" sz="1600" cap="none" dirty="0"/>
              <a:t> H Y 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767269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FD486-1EB5-4EB0-B7EF-A276FB77F4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1057835"/>
            <a:ext cx="9603275" cy="795919"/>
          </a:xfrm>
        </p:spPr>
        <p:txBody>
          <a:bodyPr>
            <a:normAutofit/>
          </a:bodyPr>
          <a:lstStyle/>
          <a:p>
            <a:r>
              <a:rPr lang="en-US" sz="3600" dirty="0">
                <a:latin typeface="Algerian" panose="04020705040A02060702" pitchFamily="82" charset="0"/>
              </a:rPr>
              <a:t>    Brand logo</a:t>
            </a:r>
          </a:p>
        </p:txBody>
      </p:sp>
      <p:pic>
        <p:nvPicPr>
          <p:cNvPr id="2052" name="Picture 4" descr="Santoor Sandalwood and Turmeric Bath Soap for Younger Looking and ...">
            <a:extLst>
              <a:ext uri="{FF2B5EF4-FFF2-40B4-BE49-F238E27FC236}">
                <a16:creationId xmlns:a16="http://schemas.microsoft.com/office/drawing/2014/main" id="{B2656803-A228-41C2-8F15-40FE31277771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3591" y="2000249"/>
            <a:ext cx="9239250" cy="3171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445012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E4D7CC-A942-4F8A-ADBD-2F1407E367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977153"/>
            <a:ext cx="9603275" cy="762000"/>
          </a:xfrm>
        </p:spPr>
        <p:txBody>
          <a:bodyPr>
            <a:normAutofit/>
          </a:bodyPr>
          <a:lstStyle/>
          <a:p>
            <a:r>
              <a:rPr lang="en-US" sz="3600" dirty="0">
                <a:latin typeface="Algerian" panose="04020705040A02060702" pitchFamily="82" charset="0"/>
              </a:rPr>
              <a:t>   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2559DA-9229-4291-BE22-71EB526332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963270"/>
            <a:ext cx="9603275" cy="3503075"/>
          </a:xfrm>
        </p:spPr>
        <p:txBody>
          <a:bodyPr>
            <a:normAutofit/>
          </a:bodyPr>
          <a:lstStyle/>
          <a:p>
            <a:r>
              <a:rPr lang="en-US" sz="2200" dirty="0"/>
              <a:t> Santoor is a leading beauty soap brand from Wipro Consumer Care &amp; Lighting.</a:t>
            </a:r>
          </a:p>
          <a:p>
            <a:r>
              <a:rPr lang="en-US" sz="2200" dirty="0"/>
              <a:t> Launched in 1986 in India.</a:t>
            </a:r>
          </a:p>
          <a:p>
            <a:r>
              <a:rPr lang="en-US" sz="2200" dirty="0"/>
              <a:t> Known for its natural ingredients like sandalwood and turmeric.</a:t>
            </a:r>
          </a:p>
          <a:p>
            <a:r>
              <a:rPr lang="en-US" sz="2200" dirty="0"/>
              <a:t> Tagline: 'Stay Young, Stay Beautiful’.</a:t>
            </a:r>
          </a:p>
          <a:p>
            <a:r>
              <a:rPr lang="en-US" sz="2200" dirty="0"/>
              <a:t> Target:  Women seeking youthful, glowing skin.</a:t>
            </a:r>
          </a:p>
          <a:p>
            <a:r>
              <a:rPr lang="en-US" sz="2200" dirty="0"/>
              <a:t> Product Range: Soaps, hand wash, talcum powder and body lotion.</a:t>
            </a:r>
          </a:p>
          <a:p>
            <a:endParaRPr lang="en-US" dirty="0"/>
          </a:p>
        </p:txBody>
      </p:sp>
      <p:sp>
        <p:nvSpPr>
          <p:cNvPr id="4" name="AutoShape 2" descr="Santoor | Opposable Thumbs">
            <a:extLst>
              <a:ext uri="{FF2B5EF4-FFF2-40B4-BE49-F238E27FC236}">
                <a16:creationId xmlns:a16="http://schemas.microsoft.com/office/drawing/2014/main" id="{3BCEF7F2-A5D8-4630-B1CC-14DC045F5B1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6152" name="Picture 8" descr="Bar Sandalwood And Turmeric Bath Soap Santoor, For Younger Looking And ...">
            <a:extLst>
              <a:ext uri="{FF2B5EF4-FFF2-40B4-BE49-F238E27FC236}">
                <a16:creationId xmlns:a16="http://schemas.microsoft.com/office/drawing/2014/main" id="{A2B4E3F2-3BA4-4F65-A664-1E261211C9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4035" y="815788"/>
            <a:ext cx="10228730" cy="46505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84295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00354E-FC6D-47A6-87FA-2068AA8368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1021976"/>
            <a:ext cx="9603275" cy="672354"/>
          </a:xfrm>
        </p:spPr>
        <p:txBody>
          <a:bodyPr>
            <a:normAutofit/>
          </a:bodyPr>
          <a:lstStyle/>
          <a:p>
            <a:r>
              <a:rPr lang="en-US" sz="3600" dirty="0">
                <a:latin typeface="Algerian" panose="04020705040A02060702" pitchFamily="82" charset="0"/>
              </a:rPr>
              <a:t>  Brand Positioning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09720A-3169-4B5D-BF0E-588219AAE5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286001"/>
            <a:ext cx="9603275" cy="2348752"/>
          </a:xfrm>
        </p:spPr>
        <p:txBody>
          <a:bodyPr>
            <a:normAutofit fontScale="92500"/>
          </a:bodyPr>
          <a:lstStyle/>
          <a:p>
            <a:r>
              <a:rPr lang="en-US" sz="2400" dirty="0"/>
              <a:t> Positioning: 'For the woman who looks younger than she really is’.</a:t>
            </a:r>
          </a:p>
          <a:p>
            <a:r>
              <a:rPr lang="en-US" sz="2400" dirty="0"/>
              <a:t> Key Differentiator: Combines traditional ingredients with modern skincare.</a:t>
            </a:r>
          </a:p>
          <a:p>
            <a:r>
              <a:rPr lang="en-US" sz="2400" dirty="0"/>
              <a:t> Emotional Appeal:  Youthful appearance and self-confidence.</a:t>
            </a:r>
          </a:p>
          <a:p>
            <a:r>
              <a:rPr lang="en-US" sz="2400" dirty="0"/>
              <a:t> Competitors: Lux, Dove, Pears, Godrej No.1, Lifebuoy.</a:t>
            </a:r>
          </a:p>
          <a:p>
            <a:endParaRPr lang="en-US" dirty="0"/>
          </a:p>
        </p:txBody>
      </p:sp>
      <p:sp>
        <p:nvSpPr>
          <p:cNvPr id="8" name="AutoShape 10" descr="Santoor case study | PPTX | Skin and Dermatology | Diseases and Conditions">
            <a:extLst>
              <a:ext uri="{FF2B5EF4-FFF2-40B4-BE49-F238E27FC236}">
                <a16:creationId xmlns:a16="http://schemas.microsoft.com/office/drawing/2014/main" id="{D77D3A06-C210-4796-AB0C-D854CC07447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01820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7F47AE-9176-473E-A45E-08BC4520C8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9217" y="1138518"/>
            <a:ext cx="9605635" cy="725676"/>
          </a:xfrm>
        </p:spPr>
        <p:txBody>
          <a:bodyPr>
            <a:normAutofit/>
          </a:bodyPr>
          <a:lstStyle/>
          <a:p>
            <a:r>
              <a:rPr lang="en-US" sz="3600" dirty="0">
                <a:latin typeface="Algerian" panose="04020705040A02060702" pitchFamily="82" charset="0"/>
              </a:rPr>
              <a:t>Marketing Strategy – 4 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A3D804-B3CB-42AA-BB5F-AB37404000A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20590" y="2036228"/>
            <a:ext cx="5773269" cy="3333735"/>
          </a:xfrm>
        </p:spPr>
        <p:txBody>
          <a:bodyPr>
            <a:normAutofit fontScale="92500" lnSpcReduction="10000"/>
          </a:bodyPr>
          <a:lstStyle/>
          <a:p>
            <a:r>
              <a:rPr lang="en-US" sz="2400" dirty="0"/>
              <a:t>Product:</a:t>
            </a:r>
          </a:p>
          <a:p>
            <a:pPr marL="0" indent="0">
              <a:buNone/>
            </a:pPr>
            <a:r>
              <a:rPr lang="en-US" sz="2400" dirty="0"/>
              <a:t>   Natural ingredients (Sandalwood &amp; Turmeric).</a:t>
            </a:r>
          </a:p>
          <a:p>
            <a:pPr marL="0" indent="0">
              <a:buNone/>
            </a:pPr>
            <a:r>
              <a:rPr lang="en-US" sz="2400" dirty="0"/>
              <a:t>   Extended range: lotions, handwash.</a:t>
            </a:r>
          </a:p>
          <a:p>
            <a:endParaRPr lang="en-US" sz="2400" dirty="0"/>
          </a:p>
          <a:p>
            <a:r>
              <a:rPr lang="en-US" sz="2400" dirty="0"/>
              <a:t>Price:</a:t>
            </a:r>
          </a:p>
          <a:p>
            <a:pPr marL="0" indent="0">
              <a:buNone/>
            </a:pPr>
            <a:r>
              <a:rPr lang="en-US" sz="2400" dirty="0"/>
              <a:t>   Affordable, competitive pricing.</a:t>
            </a:r>
          </a:p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4F142B7-4807-4113-825D-10A613718D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180731" y="1982336"/>
            <a:ext cx="4784116" cy="3441520"/>
          </a:xfrm>
        </p:spPr>
        <p:txBody>
          <a:bodyPr>
            <a:normAutofit fontScale="92500" lnSpcReduction="10000"/>
          </a:bodyPr>
          <a:lstStyle/>
          <a:p>
            <a:r>
              <a:rPr lang="en-US" sz="2400" dirty="0"/>
              <a:t>Place:</a:t>
            </a:r>
          </a:p>
          <a:p>
            <a:pPr marL="0" indent="0">
              <a:buNone/>
            </a:pPr>
            <a:r>
              <a:rPr lang="en-US" sz="2400" dirty="0"/>
              <a:t>    Wide distribution (urban + rural).</a:t>
            </a:r>
          </a:p>
          <a:p>
            <a:pPr marL="0" indent="0">
              <a:buNone/>
            </a:pPr>
            <a:r>
              <a:rPr lang="en-US" sz="2400" dirty="0"/>
              <a:t>    Available offline &amp; online.</a:t>
            </a:r>
          </a:p>
          <a:p>
            <a:endParaRPr lang="en-US" sz="2400" dirty="0"/>
          </a:p>
          <a:p>
            <a:r>
              <a:rPr lang="en-US" sz="2400" dirty="0"/>
              <a:t>Promotion:</a:t>
            </a:r>
          </a:p>
          <a:p>
            <a:pPr marL="0" indent="0">
              <a:buNone/>
            </a:pPr>
            <a:r>
              <a:rPr lang="en-US" sz="2400" dirty="0"/>
              <a:t>   Iconic 'Mistaken Identity' ads.</a:t>
            </a:r>
          </a:p>
          <a:p>
            <a:pPr marL="0" indent="0">
              <a:buNone/>
            </a:pPr>
            <a:r>
              <a:rPr lang="en-US" sz="2400" dirty="0"/>
              <a:t>   Traditional + Digital media.</a:t>
            </a:r>
          </a:p>
        </p:txBody>
      </p:sp>
    </p:spTree>
    <p:extLst>
      <p:ext uri="{BB962C8B-B14F-4D97-AF65-F5344CB8AC3E}">
        <p14:creationId xmlns:p14="http://schemas.microsoft.com/office/powerpoint/2010/main" val="13738303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395B2F-EB9F-4E92-BFA5-CC4B56C18E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9467433" cy="3165868"/>
          </a:xfrm>
        </p:spPr>
        <p:txBody>
          <a:bodyPr>
            <a:normAutofit lnSpcReduction="10000"/>
          </a:bodyPr>
          <a:lstStyle/>
          <a:p>
            <a:r>
              <a:rPr lang="en-US" sz="2400" dirty="0"/>
              <a:t>TV Campaigns with emotional storytelling.</a:t>
            </a:r>
          </a:p>
          <a:p>
            <a:r>
              <a:rPr lang="en-US" sz="2400" dirty="0"/>
              <a:t>Active on YouTube, Instagram, Facebook.</a:t>
            </a:r>
          </a:p>
          <a:p>
            <a:r>
              <a:rPr lang="en-US" sz="2400" dirty="0"/>
              <a:t>Influencer collaborations and short reels.</a:t>
            </a:r>
          </a:p>
          <a:p>
            <a:r>
              <a:rPr lang="en-US" sz="2400" dirty="0"/>
              <a:t>Strong brand recall for over 30 years.</a:t>
            </a:r>
          </a:p>
          <a:p>
            <a:r>
              <a:rPr lang="en-US" sz="2400" dirty="0">
                <a:hlinkClick r:id="rId2"/>
              </a:rPr>
              <a:t>https://youtu.be/a1lWGPmInak</a:t>
            </a:r>
            <a:endParaRPr lang="en-US" sz="2400" dirty="0"/>
          </a:p>
          <a:p>
            <a:r>
              <a:rPr lang="en-US" sz="2400" dirty="0">
                <a:hlinkClick r:id="rId3"/>
              </a:rPr>
              <a:t>https://youtu.be/nC3dWK2vDZc</a:t>
            </a:r>
            <a:endParaRPr lang="en-US" sz="2400" dirty="0"/>
          </a:p>
          <a:p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D6EEEE09-C80B-4E83-A4CC-643848790D2D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600" dirty="0">
                <a:latin typeface="Algerian" panose="04020705040A02060702" pitchFamily="82" charset="0"/>
              </a:rPr>
              <a:t>  </a:t>
            </a:r>
            <a:r>
              <a:rPr sz="3600" dirty="0">
                <a:latin typeface="Algerian" panose="04020705040A02060702" pitchFamily="82" charset="0"/>
              </a:rPr>
              <a:t>Advertising &amp; Branding</a:t>
            </a:r>
          </a:p>
        </p:txBody>
      </p:sp>
      <p:pic>
        <p:nvPicPr>
          <p:cNvPr id="4098" name="Picture 2" descr="Santoor | Opposable Thumbs">
            <a:extLst>
              <a:ext uri="{FF2B5EF4-FFF2-40B4-BE49-F238E27FC236}">
                <a16:creationId xmlns:a16="http://schemas.microsoft.com/office/drawing/2014/main" id="{48675DAC-9B9A-40CF-8B33-2B8303CC7E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1600" y="1004047"/>
            <a:ext cx="9683254" cy="43299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519222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B6D5E1-65A0-4C9F-B31B-443511AD4D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1030941"/>
            <a:ext cx="9603275" cy="822813"/>
          </a:xfrm>
        </p:spPr>
        <p:txBody>
          <a:bodyPr>
            <a:normAutofit/>
          </a:bodyPr>
          <a:lstStyle/>
          <a:p>
            <a:r>
              <a:rPr lang="en-US" sz="3600" dirty="0">
                <a:latin typeface="Algerian" panose="04020705040A02060702" pitchFamily="82" charset="0"/>
              </a:rPr>
              <a:t>Market Performance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C2D887-5FF6-4629-9A3C-FCB9F89358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230885"/>
            <a:ext cx="9603275" cy="1955633"/>
          </a:xfrm>
        </p:spPr>
        <p:txBody>
          <a:bodyPr>
            <a:normAutofit fontScale="92500" lnSpcReduction="10000"/>
          </a:bodyPr>
          <a:lstStyle/>
          <a:p>
            <a:r>
              <a:rPr lang="en-US" sz="2400" dirty="0"/>
              <a:t> Among the top 3 soap brands in India.</a:t>
            </a:r>
          </a:p>
          <a:p>
            <a:r>
              <a:rPr lang="en-US" sz="2400" dirty="0"/>
              <a:t> Market Share: 8–10% in beauty soap segment.</a:t>
            </a:r>
          </a:p>
          <a:p>
            <a:r>
              <a:rPr lang="en-US" sz="2400" dirty="0"/>
              <a:t> Strong in rural and semi-urban markets.</a:t>
            </a:r>
          </a:p>
          <a:p>
            <a:r>
              <a:rPr lang="en-US" sz="2400" dirty="0"/>
              <a:t> Available in over 20 countries worldwide.</a:t>
            </a:r>
          </a:p>
        </p:txBody>
      </p:sp>
    </p:spTree>
    <p:extLst>
      <p:ext uri="{BB962C8B-B14F-4D97-AF65-F5344CB8AC3E}">
        <p14:creationId xmlns:p14="http://schemas.microsoft.com/office/powerpoint/2010/main" val="36173486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89616D-A44D-49FF-B0D9-B35A83A7D9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1030941"/>
            <a:ext cx="9603275" cy="822813"/>
          </a:xfrm>
        </p:spPr>
        <p:txBody>
          <a:bodyPr>
            <a:normAutofit/>
          </a:bodyPr>
          <a:lstStyle/>
          <a:p>
            <a:r>
              <a:rPr lang="en-US" sz="3600" dirty="0">
                <a:latin typeface="Algerian" panose="04020705040A02060702" pitchFamily="82" charset="0"/>
              </a:rPr>
              <a:t>Future Focus &amp; Strategy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D953E7-D6F0-4CE2-9184-645D91854E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141902"/>
            <a:ext cx="9603275" cy="2574196"/>
          </a:xfrm>
        </p:spPr>
        <p:txBody>
          <a:bodyPr>
            <a:normAutofit fontScale="92500" lnSpcReduction="10000"/>
          </a:bodyPr>
          <a:lstStyle/>
          <a:p>
            <a:r>
              <a:rPr lang="en-US" sz="2400" dirty="0"/>
              <a:t> Launching herbal &amp; organic skincare lines.</a:t>
            </a:r>
          </a:p>
          <a:p>
            <a:r>
              <a:rPr lang="en-US" sz="2400" dirty="0"/>
              <a:t> Strengthening digital &amp; e-commerce presence.</a:t>
            </a:r>
          </a:p>
          <a:p>
            <a:r>
              <a:rPr lang="en-US" sz="2400" dirty="0"/>
              <a:t> Eco-friendly packaging initiatives.</a:t>
            </a:r>
          </a:p>
          <a:p>
            <a:r>
              <a:rPr lang="en-US" sz="2400" dirty="0"/>
              <a:t> Targeting Gen Z and tier-2/3 cities.</a:t>
            </a:r>
          </a:p>
          <a:p>
            <a:r>
              <a:rPr lang="en-US" sz="2400" dirty="0"/>
              <a:t> Focus on skincare education and influencer marketing.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40683350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BC5A37-399A-4232-B515-DC806281F8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1111624"/>
            <a:ext cx="9603275" cy="742130"/>
          </a:xfrm>
        </p:spPr>
        <p:txBody>
          <a:bodyPr>
            <a:normAutofit/>
          </a:bodyPr>
          <a:lstStyle/>
          <a:p>
            <a:r>
              <a:rPr lang="en-US" sz="3600" dirty="0">
                <a:latin typeface="Algerian" panose="04020705040A02060702" pitchFamily="82" charset="0"/>
              </a:rPr>
              <a:t>  Challenges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729CE0-6BDC-4946-91E7-8E14E34EF0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123308"/>
            <a:ext cx="9603275" cy="1507397"/>
          </a:xfrm>
        </p:spPr>
        <p:txBody>
          <a:bodyPr>
            <a:normAutofit fontScale="92500" lnSpcReduction="10000"/>
          </a:bodyPr>
          <a:lstStyle/>
          <a:p>
            <a:r>
              <a:rPr lang="en-US" sz="2400" dirty="0"/>
              <a:t> Competition from global premium brands (Dove, Nivea).</a:t>
            </a:r>
          </a:p>
          <a:p>
            <a:r>
              <a:rPr lang="en-US" sz="2400" dirty="0"/>
              <a:t> Rising demand for organic, chemical-free products.</a:t>
            </a:r>
          </a:p>
          <a:p>
            <a:r>
              <a:rPr lang="en-US" sz="2400" dirty="0"/>
              <a:t> Need to stay relevant to younger consumers</a:t>
            </a:r>
          </a:p>
        </p:txBody>
      </p:sp>
      <p:pic>
        <p:nvPicPr>
          <p:cNvPr id="3074" name="Picture 2" descr="Buy Santoor beauty Soap and Skin Care Products Online |Santoor Young">
            <a:extLst>
              <a:ext uri="{FF2B5EF4-FFF2-40B4-BE49-F238E27FC236}">
                <a16:creationId xmlns:a16="http://schemas.microsoft.com/office/drawing/2014/main" id="{CAE77DD1-3AD5-4FC2-B13F-05F31B4986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1579" y="1111624"/>
            <a:ext cx="9603275" cy="34984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513716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8FF951-265E-45F9-B470-97B2DF19F6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1075765"/>
            <a:ext cx="9603275" cy="777989"/>
          </a:xfrm>
        </p:spPr>
        <p:txBody>
          <a:bodyPr>
            <a:normAutofit/>
          </a:bodyPr>
          <a:lstStyle/>
          <a:p>
            <a:r>
              <a:rPr lang="en-US" sz="3600" dirty="0">
                <a:latin typeface="Algerian" panose="04020705040A02060702" pitchFamily="82" charset="0"/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7FCE3D-93B5-4E1B-AB0A-8E79F9128A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211078"/>
            <a:ext cx="9603275" cy="1946668"/>
          </a:xfrm>
        </p:spPr>
        <p:txBody>
          <a:bodyPr>
            <a:normAutofit fontScale="92500" lnSpcReduction="20000"/>
          </a:bodyPr>
          <a:lstStyle/>
          <a:p>
            <a:r>
              <a:rPr lang="en-US" sz="2400" dirty="0"/>
              <a:t> Santoor’s success = consistency, emotion, and affordability.</a:t>
            </a:r>
          </a:p>
          <a:p>
            <a:r>
              <a:rPr lang="en-US" sz="2400" dirty="0"/>
              <a:t> Blends traditional values with modern appeal.</a:t>
            </a:r>
          </a:p>
          <a:p>
            <a:r>
              <a:rPr lang="en-US" sz="2400" dirty="0"/>
              <a:t> Future growth via innovation &amp; sustainability.</a:t>
            </a:r>
          </a:p>
          <a:p>
            <a:r>
              <a:rPr lang="en-US" sz="2400" dirty="0"/>
              <a:t> Santoor remains a trusted symbol of beauty in India.</a:t>
            </a:r>
          </a:p>
          <a:p>
            <a:endParaRPr lang="en-US" sz="2400" dirty="0"/>
          </a:p>
        </p:txBody>
      </p:sp>
      <p:pic>
        <p:nvPicPr>
          <p:cNvPr id="7" name="Picture 2" descr="Buy Santoor Sandalwood and Turmeric Bath Soap for Younger Looking and ...">
            <a:extLst>
              <a:ext uri="{FF2B5EF4-FFF2-40B4-BE49-F238E27FC236}">
                <a16:creationId xmlns:a16="http://schemas.microsoft.com/office/drawing/2014/main" id="{0485E1C5-7A50-41FD-8F3F-C2BD02F3A6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6374" y="1075766"/>
            <a:ext cx="9578479" cy="39284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128197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357364-91A3-42F2-BCC3-32710FE603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8450" y="2660213"/>
            <a:ext cx="9603275" cy="1049235"/>
          </a:xfrm>
        </p:spPr>
        <p:txBody>
          <a:bodyPr>
            <a:normAutofit/>
          </a:bodyPr>
          <a:lstStyle/>
          <a:p>
            <a:pPr algn="ctr"/>
            <a:r>
              <a:rPr lang="en-US" sz="6600" dirty="0">
                <a:latin typeface="Algerian" panose="04020705040A02060702" pitchFamily="82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726606482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113</TotalTime>
  <Words>391</Words>
  <Application>Microsoft Office PowerPoint</Application>
  <PresentationFormat>Widescreen</PresentationFormat>
  <Paragraphs>58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Algerian</vt:lpstr>
      <vt:lpstr>Arial</vt:lpstr>
      <vt:lpstr>Gill Sans MT</vt:lpstr>
      <vt:lpstr>Gallery</vt:lpstr>
      <vt:lpstr>santoor</vt:lpstr>
      <vt:lpstr>    Brand logo</vt:lpstr>
      <vt:lpstr>   Introduction</vt:lpstr>
      <vt:lpstr>  Brand Positioning</vt:lpstr>
      <vt:lpstr>Marketing Strategy – 4 Ps</vt:lpstr>
      <vt:lpstr>  Advertising &amp; Branding</vt:lpstr>
      <vt:lpstr>Market Performance</vt:lpstr>
      <vt:lpstr>Future Focus &amp; Strategy</vt:lpstr>
      <vt:lpstr>  Challenges</vt:lpstr>
      <vt:lpstr>Conclusion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santoor</dc:title>
  <dc:creator>shivaleela Kandagal</dc:creator>
  <cp:lastModifiedBy>shivaleela Kandagal</cp:lastModifiedBy>
  <cp:revision>1</cp:revision>
  <dcterms:created xsi:type="dcterms:W3CDTF">2025-10-05T15:51:43Z</dcterms:created>
  <dcterms:modified xsi:type="dcterms:W3CDTF">2025-10-05T17:45:02Z</dcterms:modified>
</cp:coreProperties>
</file>